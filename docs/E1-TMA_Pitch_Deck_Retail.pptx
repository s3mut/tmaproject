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09728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IT ASSET &amp; BACKUP MANAGEMENT PLATFORM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E1-TMA Enterprise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 Modern Manajemen Aset Toko, Mesin Kasir &amp; Sirkulasi Unit Backup Darurat Berbasis Telegram Mini App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840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Zero Installation (Telegram Mini App)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384048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3840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Scan Barcode Kamera HP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80960" y="384048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3840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6-Phase Backup Loan Tracking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Dirancang Khusus untuk: Jaringan Ritel Multicabang, Minimarket, Supermarket, Fashion Store &amp; F&amp;B Chains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TANTANGAN INDUSTRI RITEL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Klasik Pengelolaan Aset TI di Ribuan Toko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 operasional yang sering memicu kerugian omset dan hilangnya aset di cabang.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02920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Kasir Mati = Omset Hilang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mesin POS/printer kasir rusak di jam ramai, toko lumpuh. Proses pinjam unit cadangan lambat karena koordinasi chat/email manual yang tidak terpantau.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502920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Aset Cadangan (Backup) Hilang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09360" y="228600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Mesin backup dipinjamkan ke toko tanpa batas waktu yang jelas. Unit tertahan berbulan-bulan, lupa dikembalikan, hingga hilang tak berjejak.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502920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931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Biaya Hardware Scanner Mahal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438912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Pengadaan alat scanner barcode fisik (PDT) di ratusan hingga ribuan cabang membutuhkan investasi miliaran rupiah dan biaya perawatan tinggi.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3749040"/>
            <a:ext cx="502920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931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 Audit Opname Lambat &amp; Rawan Selisih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438912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opname tahunan masih menggunakan kertas/Excel manual. Sulit mendeteksi barang tertukar antar cabang atau barang yang hilang.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 E1-TMA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Revolusi Manajemen Aset Ritel dalam Genggaman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cerdas berbasis Telegram Mini App yang menghubungkan Toko, Gudang Regional, dan IT Pusat.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514600" cy="411480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288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24231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Installation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2057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langsung di Telegram. Seluruh kepala toko &amp; teknisi langsung bisa pakai tanpa download aplikasi baru.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2514600" cy="411480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8288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11880" y="24231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Hardware Capex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11880" y="3017520"/>
            <a:ext cx="2057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kamera ponsel staf menjadi pemindai barcode/QR canggih seketika tanpa beli alat scanner mahal.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645920"/>
            <a:ext cx="2514600" cy="411480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8288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63640" y="24231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6-Phase Loan Cycle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3017520"/>
            <a:ext cx="2057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Pelacakan unit backup dari pengajuan, pengiriman, jatuh tempo, hingga barang kembali ke gudang asal.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0" y="1645920"/>
            <a:ext cx="2514600" cy="411480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15400" y="18288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915400" y="24231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Bot Approval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915400" y="3017520"/>
            <a:ext cx="2057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Persetujuan instan via tombol di chat Telegram. Respon darurat toko tuntas dalam hitungan menit.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UTAMA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Siklus Peminjaman Unit Backup Terkendali (6-Phase)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lagi mesin kasir cadangan yang tertahan atau hilang di toko.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Pengajuan Toko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 input permohonan &amp; durasi pinjam (hari).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64592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783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APPROVE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34840" y="20574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Persetujuan Wilayah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246888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Region approve &amp; alokasi S/N unit backup.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0" y="164592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1783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 TRANSIT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55280" y="20574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Pengiriman Gudang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55280" y="246888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barang fisik &amp; input no resi ekspedisi.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365760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7947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 PROGRESS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069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Penerimaan Toko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48056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 klik Terima. Sistem kunci Due Date pinjam.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51960" y="365760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37947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RETURNING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34840" y="4069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Inisiasi Retur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34840" y="448056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Mesin utama selesai servis, toko kirim balik unit.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0" y="365760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37947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COMPLETED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55280" y="4069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Restorasi Otomatis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955280" y="448056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terima ➡️ Lokasi fisik otomatis reset ke Gudang.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31520" y="5577840"/>
            <a:ext cx="10424160" cy="594360"/>
          </a:xfrm>
          <a:prstGeom prst="roundRect">
            <a:avLst>
              <a:gd name="adj" fmla="val 12308"/>
            </a:avLst>
          </a:prstGeom>
          <a:solidFill>
            <a:srgbClr val="064E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5778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Keunggulan Cerdas: Pengingat Harian H-3 Jatuh Tempo &amp; Kartu Merah Berkedip (OVERDUE) saat Toko Terlambat Retur!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UTAMA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Barcode &amp; QR Scanner Bawaan Kamera HP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 miliaran rupiah tanpa perlu pengadaan scanner eksternal di ribuan toko.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02920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Scan Instan Kamera Ponsel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barcode fisik aset dalam &lt; 1 detik langsung dari kamera smartphone staf via Telegram Mini App.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502920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Multi-Format Barcode Standar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09360" y="224028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Mendukung format Code 128, Code 39, EAN-13, dan QR Code untuk seluruh tipe perangkat ritel (POS, Printer, Scanner, UPS, PDT).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502920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749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Smart Fallback Input Manual S/N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416052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stiker barcode fisik di toko sobek, kotor, atau rusak, staf cukup mengetik serial number di search bar lalu tekan Enter.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3566160"/>
            <a:ext cx="502920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749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Zero-Click Logistics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416052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Pemindaian otomatis menyeleksi barang seketika saat proses Dispatch di gudang atau penerimaan di toko.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5532120"/>
            <a:ext cx="10424160" cy="640080"/>
          </a:xfrm>
          <a:prstGeom prst="roundRect">
            <a:avLst>
              <a:gd name="adj" fmla="val 11429"/>
            </a:avLst>
          </a:prstGeom>
          <a:solidFill>
            <a:srgbClr val="1E3A8A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532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Kalkulasi Efisiensi: 2.000 Toko x Rp 4.000.000 (Harga Scanner PDT) = Hemat Capex Rp 8 Miliar Rupiah!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UTAMA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Fisik (Stock Opname) Cepat &amp; Akurat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Selesaikan audit inventaris ribuan toko dengan akurasi 100% dan laporan seketika.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514600" cy="402336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202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Buka Sesi Opname Toko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cabang yang akan diaudit. Sistem otomatis memuat seluruh daftar aset terdaftar di toko tersebut.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645920"/>
            <a:ext cx="2514600" cy="402336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9202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Scan Barcode Fisik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265176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Arahkan kamera HP ke unit kasir, PC, printer, monitor. Sistem otomatis mencentang aset yang cocok.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645920"/>
            <a:ext cx="2514600" cy="402336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9202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Deteksi Aset Otomatis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265176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mengelompokkan hasil scan menjadi 3 status: Ditemukan (Valid), Nyasar (Milik toko lain), atau Hilang.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0" y="1645920"/>
            <a:ext cx="2514600" cy="402336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0" y="19202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Laporan Rekonsiliasi Instan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69680" y="265176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real-time langsung terisi. Selesai opname, dokumen hasil audit siap diekspor ke Excel/PDF.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UTAMA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Persetujuan 1-Klik Bot Telegram &amp; Otorisasi Wilayah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 darurat insiden toko tuntas dalam hitungan menit langsung dari ruang obrolan.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1-Click Interactive Keyboard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toko mengajukan mesin backup, bot Telegram mengirim notifikasi lengkap dengan tombol Inline Keyboard (✅ Setujui / ❌ Tolak). Admin cukup klik tombol di chat tanpa buka browser.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Isolasi Otoritas Wilayah (Regional RBAC)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09360" y="224028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Regional hanya bisa menyetujui toko di bawah wilayah kerjanya. Menghilangkan human error salah alokasi barang antar region. Super Admin HO memiliki hak bypass global.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36118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794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Auto Overdue Cron Alert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05840" y="420624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serverless cron job otomatis mengecek setiap pagi transaksi pinjaman yang jatuh tempo dan paket in-transit tertahan &gt; 3 hari, lalu membroadcast rekap peringatan ke Admin Region.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36118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794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Verifikasi User Baru (Guest ➡️ User)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09360" y="420624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 toko baru cukup klik Request Access di profil, Admin IT menyetujui hak akses dengan 1-klik di grup Telegram Admin.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UTAMA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Legalitas BAST &amp; Tata Kelola Pemusnahan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Tertib administrasi korporasi dengan berkas digital siap cetak dan kontrol aset afkir.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Generator BAST Digital Resmi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Berita Acara Serah Terima otomatis terformat standar korporasi, memuat spesifikasi lengkap unit (S/N, Merek, Model, Aktiva) dan slot tanda tangan digital siap cetak/simpan PDF.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Shipping Label Siap Cetak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09360" y="224028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pengiriman resmi siap tempel pada koli paket ekspedisi antar gudang dan toko cabang.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36118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794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Draft Usulan Afkir (Excel Export)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05840" y="420624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aset-aset rusak di gudang dan unduh daftarnya ke Excel untuk meminta tanda tangan basah pimpinan/direksi sebelum eksekusi pemusnahan di sistem.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36118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794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Eksekusi Pemusnahan (Bulk Disposal)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09360" y="420624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otorisasi pimpinan terbit, ubah status aset menjadi Disposed secara massal dan otomatis terbitkan BAST Pemusnahan Aset.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BISNIS &amp; ROI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Investasi Nyata untuk Operasional Ritel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E1-TMA adalah pilihan terbaik bagi efisiensi bisnis ritel modern.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514600" cy="402336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02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Penurunan Waktu Kasir Down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 darurat cepat via bot membuat toko segera menerima mesin backup pengganti.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2514600" cy="402336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9202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Kasus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520440" y="26974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Kehilangan Unit Cadangan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338328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Pelacakan jatuh tempo &amp; alarm overdue otomatis mengeliminasi barang tertahan di toko.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645920"/>
            <a:ext cx="2514600" cy="402336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9202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0,-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72200" y="26974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Investasi Hardware Scanner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338328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pemindaian barcode memanfaatkan kamera HP yang sudah dimiliki staf toko.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686800" y="1645920"/>
            <a:ext cx="2514600" cy="402336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3960" y="19202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823960" y="26974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Adopsi Pengguna Lapangan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69680" y="338328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Telegram yang akrab membuat staf toko langsung mahir tanpa pelatihan lama.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&amp; KEAMANAN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Teknologi Andal Skala Enterprise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Dibangun dengan teknologi modern berstandar enterprise dan proteksi data tingkat tinggi.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Frontend Modern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TypeScript, Vite, Tailwind CSS v3, Recharts Analytics, dan FontAwesome 6 Pro Icons.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Backend &amp; Security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09360" y="224028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 Cloud, Row Level Security (RLS), bcrypt encrypted password, dan Trigger Strict Validation.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36118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794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Serverless Automation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05840" y="420624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 TypeScript Edge Functions untuk Telegram Webhook Handler dan pg_cron untuk monitoring overdue harian.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36118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794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Dual Authentication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09360" y="420624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Auto-login aman via Telegram WebApp SDK ID di HP dan Web Login terenkripsi untuk akses PC Desktop.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097280"/>
            <a:ext cx="9692640" cy="438912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463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Modernisasi Manajemen Aset Ritel Anda Hari Ini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45920" y="21945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Tingkatkan kecepatan respon operasional toko, hilangkan risiko kehilangan aset backup, dan hemat miliaran rupiah biaya hardware dengan E1-TMA.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011680" y="320040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200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Live Demo &amp; Prototype Walkthrough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0" y="320040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3200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14-Day Pilot Implementation (PoC)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0" y="320040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3200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Full Customization Sesuai Kebutuhan Jaringan Toko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71600" y="4480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Hubungi Tim E1-TMA untuk Presentasi &amp; Jadwal Uji Coba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E1-TMA Enterprise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E1-TMA: Enterprise Retail IT Asset &amp; Backup Management Pitch Deck</dc:title>
  <dc:subject>PptxGenJS Presentation</dc:subject>
  <dc:creator>E1-TMA Solution Team</dc:creator>
  <cp:lastModifiedBy>E1-TMA Solution Team</cp:lastModifiedBy>
  <cp:revision>1</cp:revision>
  <dcterms:created xsi:type="dcterms:W3CDTF">2026-08-27T10:21:47Z</dcterms:created>
  <dcterms:modified xsi:type="dcterms:W3CDTF">2026-08-27T10:21:47Z</dcterms:modified>
</cp:coreProperties>
</file>